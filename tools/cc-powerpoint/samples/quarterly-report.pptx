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the stage for the quarterly review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growth driven primarily by new enterprise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pipeline pattern used across all 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scalability and self-service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  <a:latin typeface="Palatino Linotype"/>
              </a:defRPr>
            </a:pPr>
            <a:r>
              <a:t>Q4 2025 Quarterly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Georgia"/>
              </a:defRPr>
            </a:pPr>
            <a:r>
              <a:t>CenterConsulting Inc.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247" y="1828800"/>
            <a:ext cx="2743200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Palatino Linotype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3657600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Financial Highlights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Key Deliverables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Team Performance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Engineering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Sales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Next Quarter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Palatino Linotype"/>
              </a:defRPr>
            </a:pPr>
            <a:r>
              <a:t>Financial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4023360"/>
            <a:ext cx="1828800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Palatino Linotype"/>
              </a:defRPr>
            </a:pPr>
            <a:r>
              <a:t>Revenue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3657600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Q3 2025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Q4 2025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$2.1M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$2.8M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+33%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$1.4M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$1.6M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+14%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$700K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$1.2M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+71%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Headcount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Georgia"/>
                        </a:defRPr>
                      </a:pPr>
                      <a:r>
                        <a:t>+6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Palatino Linotype"/>
              </a:defRPr>
            </a:pPr>
            <a:r>
              <a:t>Key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3657600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Launched cc-tools CLI suite (8 tools shipped)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Completed mindzie Studio v3.0 migration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Onboarded 12 new enterprise clients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4 in healthcare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5 in financial services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3 in manufacturing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Achieved 99.9% platform uptime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Palatino Linotype"/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3657600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31375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69E2E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800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PipelineOrchestrator: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"""Central pipeline for data processing."""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__init__(self, config: Config):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self.stages = []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self.config = config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add_stage(self, stage: Stage):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self.stages.append(stage)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execute(self):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for stage in self.stages: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stage.run(self.config)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Palatino Linotype"/>
              </a:defRPr>
            </a:pPr>
            <a:r>
              <a:t>Next Quarter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3657600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Ship cc-powerpoint tool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Expand to 60+ enterprise clients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Launch self-service analytics portal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Phase 1: Dashboard builder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  <a:latin typeface="Georgia"/>
              </a:defRPr>
            </a:pPr>
            <a:r>
              <a:t>Phase 2: Report automation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Georgia"/>
              </a:defRPr>
            </a:pPr>
            <a:r>
              <a:t>Hire 8 additional engineers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Palatino Linotype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4023360"/>
            <a:ext cx="1828800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